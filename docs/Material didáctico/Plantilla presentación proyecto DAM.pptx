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10" r:id="rId3"/>
    <p:sldId id="304" r:id="rId4"/>
    <p:sldId id="312" r:id="rId5"/>
    <p:sldId id="311" r:id="rId6"/>
    <p:sldId id="313" r:id="rId7"/>
    <p:sldId id="305" r:id="rId8"/>
    <p:sldId id="314" r:id="rId9"/>
    <p:sldId id="315" r:id="rId10"/>
    <p:sldId id="307" r:id="rId11"/>
    <p:sldId id="308" r:id="rId12"/>
    <p:sldId id="309" r:id="rId13"/>
    <p:sldId id="316" r:id="rId14"/>
    <p:sldId id="306" r:id="rId15"/>
  </p:sldIdLst>
  <p:sldSz cx="9144000" cy="5143500" type="screen16x9"/>
  <p:notesSz cx="6858000" cy="9144000"/>
  <p:embeddedFontLst>
    <p:embeddedFont>
      <p:font typeface="Avenir" charset="0"/>
      <p:regular r:id="rId17"/>
    </p:embeddedFont>
    <p:embeddedFont>
      <p:font typeface="Josefin Sans" pitchFamily="2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Open Sans SemiBold" panose="020B0706030804020204" pitchFamily="34" charset="0"/>
      <p:regular r:id="rId26"/>
      <p:bold r:id="rId27"/>
      <p:italic r:id="rId28"/>
      <p:boldItalic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1" roundtripDataSignature="AMtx7mgXYiiB6cvLgKsaKvqMK5pPDh6I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9F6A94-FCF7-4E06-AC46-1207CE497A62}">
  <a:tblStyle styleId="{5C9F6A94-FCF7-4E06-AC46-1207CE497A6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82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8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8" Type="http://schemas.openxmlformats.org/officeDocument/2006/relationships/slide" Target="slides/slide7.xml"/><Relationship Id="rId85" Type="http://schemas.openxmlformats.org/officeDocument/2006/relationships/tableStyles" Target="tableStyle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15602234-5D20-22BD-D82F-4AD18A61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>
            <a:extLst>
              <a:ext uri="{FF2B5EF4-FFF2-40B4-BE49-F238E27FC236}">
                <a16:creationId xmlns:a16="http://schemas.microsoft.com/office/drawing/2014/main" id="{93F951D9-CC8D-DF43-474A-EB63A2003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>
            <a:extLst>
              <a:ext uri="{FF2B5EF4-FFF2-40B4-BE49-F238E27FC236}">
                <a16:creationId xmlns:a16="http://schemas.microsoft.com/office/drawing/2014/main" id="{1092848D-52FC-2465-7139-79DB22F3E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299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45B0AAF-E088-96AD-CB62-F4A266DA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>
            <a:extLst>
              <a:ext uri="{FF2B5EF4-FFF2-40B4-BE49-F238E27FC236}">
                <a16:creationId xmlns:a16="http://schemas.microsoft.com/office/drawing/2014/main" id="{A0B785BC-E61D-269E-AFE4-4A09F6528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>
            <a:extLst>
              <a:ext uri="{FF2B5EF4-FFF2-40B4-BE49-F238E27FC236}">
                <a16:creationId xmlns:a16="http://schemas.microsoft.com/office/drawing/2014/main" id="{DDA66632-6A66-A2C2-75EE-580F70738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1548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EDAB1F4C-3E2A-2A24-C630-9B5414AD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>
            <a:extLst>
              <a:ext uri="{FF2B5EF4-FFF2-40B4-BE49-F238E27FC236}">
                <a16:creationId xmlns:a16="http://schemas.microsoft.com/office/drawing/2014/main" id="{1D92E1F3-46AC-2BFB-679D-4EEB49E94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>
            <a:extLst>
              <a:ext uri="{FF2B5EF4-FFF2-40B4-BE49-F238E27FC236}">
                <a16:creationId xmlns:a16="http://schemas.microsoft.com/office/drawing/2014/main" id="{0CABD030-7678-585B-E65A-B7E1060D7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02396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28B85908-2204-D4EA-DB0B-6E7C710A8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>
            <a:extLst>
              <a:ext uri="{FF2B5EF4-FFF2-40B4-BE49-F238E27FC236}">
                <a16:creationId xmlns:a16="http://schemas.microsoft.com/office/drawing/2014/main" id="{8722A7A7-0BE5-12AC-2ACC-F6350A7AFA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9:notes">
            <a:extLst>
              <a:ext uri="{FF2B5EF4-FFF2-40B4-BE49-F238E27FC236}">
                <a16:creationId xmlns:a16="http://schemas.microsoft.com/office/drawing/2014/main" id="{B532E8D6-7B15-D41B-CFF3-D42478CA4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9966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.Portada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3"/>
          <p:cNvSpPr txBox="1">
            <a:spLocks noGrp="1"/>
          </p:cNvSpPr>
          <p:nvPr>
            <p:ph type="subTitle" idx="1"/>
          </p:nvPr>
        </p:nvSpPr>
        <p:spPr>
          <a:xfrm>
            <a:off x="572025" y="3409050"/>
            <a:ext cx="79848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43"/>
          <p:cNvSpPr txBox="1">
            <a:spLocks noGrp="1"/>
          </p:cNvSpPr>
          <p:nvPr>
            <p:ph type="ctrTitle"/>
          </p:nvPr>
        </p:nvSpPr>
        <p:spPr>
          <a:xfrm>
            <a:off x="784875" y="1351950"/>
            <a:ext cx="7787100" cy="20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11" name="Google Shape;11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.Título y cuerpo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5"/>
          <p:cNvSpPr txBox="1">
            <a:spLocks noGrp="1"/>
          </p:cNvSpPr>
          <p:nvPr>
            <p:ph type="title"/>
          </p:nvPr>
        </p:nvSpPr>
        <p:spPr>
          <a:xfrm>
            <a:off x="575088" y="2420500"/>
            <a:ext cx="79938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3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venir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venir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venir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venir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venir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venir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venir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venir"/>
              <a:buNone/>
              <a:defRPr sz="3600"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33" name="Google Shape;33;p45"/>
          <p:cNvSpPr txBox="1">
            <a:spLocks noGrp="1"/>
          </p:cNvSpPr>
          <p:nvPr>
            <p:ph type="title" idx="2"/>
          </p:nvPr>
        </p:nvSpPr>
        <p:spPr>
          <a:xfrm>
            <a:off x="3074738" y="1289475"/>
            <a:ext cx="2932800" cy="8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oppins"/>
              <a:buNone/>
              <a:defRPr sz="8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4" name="Google Shape;34;p45"/>
          <p:cNvSpPr txBox="1">
            <a:spLocks noGrp="1"/>
          </p:cNvSpPr>
          <p:nvPr>
            <p:ph type="subTitle" idx="1"/>
          </p:nvPr>
        </p:nvSpPr>
        <p:spPr>
          <a:xfrm>
            <a:off x="508488" y="3433525"/>
            <a:ext cx="8127000" cy="4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. Texto + definición" userDrawn="1">
  <p:cSld name="SECTION_TITLE_AND_DESCRI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747;p12" descr="Forma, Círculo&#10;&#10;Descripción generada automáticamente">
            <a:extLst>
              <a:ext uri="{FF2B5EF4-FFF2-40B4-BE49-F238E27FC236}">
                <a16:creationId xmlns:a16="http://schemas.microsoft.com/office/drawing/2014/main" id="{815B3B34-4AB4-56A2-9BC5-C7E9FE939FD4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2762205" y="-2324989"/>
            <a:ext cx="468204" cy="554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 userDrawn="1">
  <p:cSld name="CUSTOM_3">
    <p:bg>
      <p:bgPr>
        <a:solidFill>
          <a:schemeClr val="accent3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5;p59">
            <a:extLst>
              <a:ext uri="{FF2B5EF4-FFF2-40B4-BE49-F238E27FC236}">
                <a16:creationId xmlns:a16="http://schemas.microsoft.com/office/drawing/2014/main" id="{34F06479-12B1-1455-FCF8-5047F6B76B8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3053435" y="2210339"/>
            <a:ext cx="3037130" cy="722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8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5"/>
          <p:cNvSpPr txBox="1">
            <a:spLocks noGrp="1"/>
          </p:cNvSpPr>
          <p:nvPr>
            <p:ph type="title"/>
          </p:nvPr>
        </p:nvSpPr>
        <p:spPr>
          <a:xfrm flipH="1">
            <a:off x="959002" y="2019725"/>
            <a:ext cx="3931200" cy="6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144" name="Google Shape;144;p65"/>
          <p:cNvSpPr txBox="1">
            <a:spLocks noGrp="1"/>
          </p:cNvSpPr>
          <p:nvPr>
            <p:ph type="subTitle" idx="1"/>
          </p:nvPr>
        </p:nvSpPr>
        <p:spPr>
          <a:xfrm flipH="1">
            <a:off x="959090" y="2565775"/>
            <a:ext cx="2998800" cy="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Josefin Sans"/>
              <a:buNone/>
              <a:defRPr sz="15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5" name="Google Shape;145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6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48" name="Google Shape;148;p66"/>
          <p:cNvSpPr txBox="1">
            <a:spLocks noGrp="1"/>
          </p:cNvSpPr>
          <p:nvPr>
            <p:ph type="subTitle" idx="1"/>
          </p:nvPr>
        </p:nvSpPr>
        <p:spPr>
          <a:xfrm>
            <a:off x="2115575" y="1535450"/>
            <a:ext cx="2007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49" name="Google Shape;149;p66"/>
          <p:cNvSpPr txBox="1">
            <a:spLocks noGrp="1"/>
          </p:cNvSpPr>
          <p:nvPr>
            <p:ph type="subTitle" idx="2"/>
          </p:nvPr>
        </p:nvSpPr>
        <p:spPr>
          <a:xfrm>
            <a:off x="2016350" y="2145400"/>
            <a:ext cx="5111400" cy="17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50" name="Google Shape;150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LERNA Online">
  <p:cSld name="CUSTOM_11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7"/>
          <p:cNvSpPr txBox="1">
            <a:spLocks noGrp="1"/>
          </p:cNvSpPr>
          <p:nvPr>
            <p:ph type="title"/>
          </p:nvPr>
        </p:nvSpPr>
        <p:spPr>
          <a:xfrm>
            <a:off x="3105950" y="363275"/>
            <a:ext cx="2932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53" name="Google Shape;153;p67"/>
          <p:cNvSpPr txBox="1">
            <a:spLocks noGrp="1"/>
          </p:cNvSpPr>
          <p:nvPr>
            <p:ph type="subTitle" idx="1"/>
          </p:nvPr>
        </p:nvSpPr>
        <p:spPr>
          <a:xfrm>
            <a:off x="760275" y="1535450"/>
            <a:ext cx="2007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54" name="Google Shape;154;p67"/>
          <p:cNvSpPr txBox="1">
            <a:spLocks noGrp="1"/>
          </p:cNvSpPr>
          <p:nvPr>
            <p:ph type="subTitle" idx="2"/>
          </p:nvPr>
        </p:nvSpPr>
        <p:spPr>
          <a:xfrm>
            <a:off x="540000" y="2145400"/>
            <a:ext cx="3834000" cy="17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5" name="Google Shape;155;p67"/>
          <p:cNvSpPr txBox="1">
            <a:spLocks noGrp="1"/>
          </p:cNvSpPr>
          <p:nvPr>
            <p:ph type="subTitle" idx="3"/>
          </p:nvPr>
        </p:nvSpPr>
        <p:spPr>
          <a:xfrm>
            <a:off x="4564200" y="1535450"/>
            <a:ext cx="20079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7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100"/>
              <a:buFont typeface="Josefin Sans"/>
              <a:buNone/>
              <a:defRPr sz="21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56" name="Google Shape;156;p67"/>
          <p:cNvSpPr txBox="1">
            <a:spLocks noGrp="1"/>
          </p:cNvSpPr>
          <p:nvPr>
            <p:ph type="subTitle" idx="4"/>
          </p:nvPr>
        </p:nvSpPr>
        <p:spPr>
          <a:xfrm>
            <a:off x="4440600" y="2145400"/>
            <a:ext cx="3834000" cy="17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57" name="Google Shape;157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5805" y="374869"/>
            <a:ext cx="698695" cy="148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540000" y="363275"/>
            <a:ext cx="80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venir"/>
              <a:buNone/>
              <a:defRPr sz="24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6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540000" y="1152475"/>
            <a:ext cx="806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Char char="●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■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●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■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●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○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venir"/>
              <a:buChar char="■"/>
              <a:defRPr sz="1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66" r:id="rId4"/>
    <p:sldLayoutId id="2147483668" r:id="rId5"/>
    <p:sldLayoutId id="2147483669" r:id="rId6"/>
    <p:sldLayoutId id="2147483670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ctrTitle"/>
          </p:nvPr>
        </p:nvSpPr>
        <p:spPr>
          <a:xfrm>
            <a:off x="784875" y="1351950"/>
            <a:ext cx="7787100" cy="20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Escribe el título de tu proyecto</a:t>
            </a:r>
            <a:endParaRPr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1"/>
          <p:cNvSpPr txBox="1">
            <a:spLocks noGrp="1"/>
          </p:cNvSpPr>
          <p:nvPr>
            <p:ph type="subTitle" idx="1"/>
          </p:nvPr>
        </p:nvSpPr>
        <p:spPr>
          <a:xfrm>
            <a:off x="2155902" y="3575823"/>
            <a:ext cx="4698381" cy="99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>
                <a:solidFill>
                  <a:schemeClr val="dk2"/>
                </a:solidFill>
              </a:rPr>
              <a:t>Alumno: ……….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Tutor: ………..</a:t>
            </a:r>
          </a:p>
          <a:p>
            <a:pPr marL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dirty="0">
                <a:solidFill>
                  <a:schemeClr val="dk2"/>
                </a:solidFill>
              </a:rPr>
              <a:t>Semestre: ………</a:t>
            </a:r>
            <a:endParaRPr dirty="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5648CE2A-357A-74C3-702E-EF1E9F954B45}"/>
              </a:ext>
            </a:extLst>
          </p:cNvPr>
          <p:cNvSpPr txBox="1">
            <a:spLocks/>
          </p:cNvSpPr>
          <p:nvPr/>
        </p:nvSpPr>
        <p:spPr>
          <a:xfrm>
            <a:off x="-199026" y="39958"/>
            <a:ext cx="4698381" cy="598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venir"/>
              <a:buNone/>
              <a:defRPr sz="14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 lang="es-ES" dirty="0"/>
          </a:p>
          <a:p>
            <a:r>
              <a:rPr lang="es-ES" dirty="0"/>
              <a:t> CFGS Desarrollo Aplicaciones Multiplataforma</a:t>
            </a:r>
            <a:endParaRPr lang="es-ES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6F04B13-00B0-AE4F-C8CD-5EA77DE490C1}"/>
              </a:ext>
            </a:extLst>
          </p:cNvPr>
          <p:cNvSpPr txBox="1"/>
          <p:nvPr/>
        </p:nvSpPr>
        <p:spPr>
          <a:xfrm>
            <a:off x="568037" y="3437366"/>
            <a:ext cx="8007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Esto es un ejemplo de texto para la diapositiva</a:t>
            </a:r>
            <a:b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sz="2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(Arial, tamaño 20)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0AF3055-BEA7-6DC0-0760-F25C647CB77F}"/>
              </a:ext>
            </a:extLst>
          </p:cNvPr>
          <p:cNvSpPr txBox="1"/>
          <p:nvPr/>
        </p:nvSpPr>
        <p:spPr>
          <a:xfrm>
            <a:off x="568037" y="2117087"/>
            <a:ext cx="80079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Ejemplo Subtítulo de diapositiva</a:t>
            </a:r>
            <a:br>
              <a:rPr lang="es-ES" sz="2800" b="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sz="2800" b="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(Arial, tamaño 28)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D80731F-017D-B154-F8ED-B531BE578996}"/>
              </a:ext>
            </a:extLst>
          </p:cNvPr>
          <p:cNvSpPr txBox="1"/>
          <p:nvPr/>
        </p:nvSpPr>
        <p:spPr>
          <a:xfrm>
            <a:off x="568037" y="895765"/>
            <a:ext cx="8007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FF0000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Instrucciones: (después de leerme elimina esta diapositiva)</a:t>
            </a:r>
          </a:p>
          <a:p>
            <a:r>
              <a:rPr lang="es-ES" sz="2000" dirty="0">
                <a:solidFill>
                  <a:srgbClr val="FF0000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Los apartados que se muestran son un ejemplo. Según el tipo de proyecto necesitaréis más o menos apartados en la presentación.</a:t>
            </a:r>
          </a:p>
        </p:txBody>
      </p:sp>
    </p:spTree>
    <p:extLst>
      <p:ext uri="{BB962C8B-B14F-4D97-AF65-F5344CB8AC3E}">
        <p14:creationId xmlns:p14="http://schemas.microsoft.com/office/powerpoint/2010/main" val="2917182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9644EF77-4144-B486-7541-60FC007F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487B326-82C5-2B72-1C40-2F1C30912208}"/>
              </a:ext>
            </a:extLst>
          </p:cNvPr>
          <p:cNvSpPr txBox="1"/>
          <p:nvPr/>
        </p:nvSpPr>
        <p:spPr>
          <a:xfrm>
            <a:off x="304800" y="129427"/>
            <a:ext cx="379614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400" b="1" dirty="0">
                <a:latin typeface="+mn-lt"/>
                <a:cs typeface="Poppins Black" panose="020B0502040204020203" pitchFamily="2" charset="0"/>
              </a:rPr>
              <a:t>1. Introducción</a:t>
            </a:r>
          </a:p>
        </p:txBody>
      </p:sp>
    </p:spTree>
    <p:extLst>
      <p:ext uri="{BB962C8B-B14F-4D97-AF65-F5344CB8AC3E}">
        <p14:creationId xmlns:p14="http://schemas.microsoft.com/office/powerpoint/2010/main" val="826017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83C70A4A-5833-D44F-D5A5-F7638D591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45B5F0E-F3B2-DFAF-4943-BC547D6EE3E7}"/>
              </a:ext>
            </a:extLst>
          </p:cNvPr>
          <p:cNvSpPr txBox="1"/>
          <p:nvPr/>
        </p:nvSpPr>
        <p:spPr>
          <a:xfrm>
            <a:off x="207819" y="143282"/>
            <a:ext cx="73636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2. Estado del Arte</a:t>
            </a:r>
          </a:p>
        </p:txBody>
      </p:sp>
    </p:spTree>
    <p:extLst>
      <p:ext uri="{BB962C8B-B14F-4D97-AF65-F5344CB8AC3E}">
        <p14:creationId xmlns:p14="http://schemas.microsoft.com/office/powerpoint/2010/main" val="3100291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643613A1-17D0-F893-6093-B570F0DF3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BE2DDAF-D507-8F64-0A3A-35A8DF1A65BD}"/>
              </a:ext>
            </a:extLst>
          </p:cNvPr>
          <p:cNvSpPr txBox="1"/>
          <p:nvPr/>
        </p:nvSpPr>
        <p:spPr>
          <a:xfrm>
            <a:off x="207819" y="143282"/>
            <a:ext cx="73636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3. Metodología usada </a:t>
            </a:r>
          </a:p>
        </p:txBody>
      </p:sp>
    </p:spTree>
    <p:extLst>
      <p:ext uri="{BB962C8B-B14F-4D97-AF65-F5344CB8AC3E}">
        <p14:creationId xmlns:p14="http://schemas.microsoft.com/office/powerpoint/2010/main" val="2086984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48705526-90CB-A90F-2103-ECB3906E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B887CA-E871-A2BF-06EF-47DD83F271BF}"/>
              </a:ext>
            </a:extLst>
          </p:cNvPr>
          <p:cNvSpPr txBox="1"/>
          <p:nvPr/>
        </p:nvSpPr>
        <p:spPr>
          <a:xfrm>
            <a:off x="207819" y="143282"/>
            <a:ext cx="736369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4. Tecnologías y herramientas</a:t>
            </a:r>
          </a:p>
        </p:txBody>
      </p:sp>
    </p:spTree>
    <p:extLst>
      <p:ext uri="{BB962C8B-B14F-4D97-AF65-F5344CB8AC3E}">
        <p14:creationId xmlns:p14="http://schemas.microsoft.com/office/powerpoint/2010/main" val="76059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9CFCD1E-E5B7-B7D7-6671-9A2C1ADAED11}"/>
              </a:ext>
            </a:extLst>
          </p:cNvPr>
          <p:cNvSpPr txBox="1"/>
          <p:nvPr/>
        </p:nvSpPr>
        <p:spPr>
          <a:xfrm>
            <a:off x="221673" y="143282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5. Planificación</a:t>
            </a:r>
          </a:p>
        </p:txBody>
      </p:sp>
    </p:spTree>
    <p:extLst>
      <p:ext uri="{BB962C8B-B14F-4D97-AF65-F5344CB8AC3E}">
        <p14:creationId xmlns:p14="http://schemas.microsoft.com/office/powerpoint/2010/main" val="1197632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60D58-9E58-F393-FFF0-C353012F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5DF4E23-5855-C53C-DBF6-553D9E9258C5}"/>
              </a:ext>
            </a:extLst>
          </p:cNvPr>
          <p:cNvSpPr txBox="1"/>
          <p:nvPr/>
        </p:nvSpPr>
        <p:spPr>
          <a:xfrm>
            <a:off x="221673" y="143282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6. Análisis</a:t>
            </a:r>
          </a:p>
        </p:txBody>
      </p:sp>
    </p:spTree>
    <p:extLst>
      <p:ext uri="{BB962C8B-B14F-4D97-AF65-F5344CB8AC3E}">
        <p14:creationId xmlns:p14="http://schemas.microsoft.com/office/powerpoint/2010/main" val="3571510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E758-94FB-B78A-EAA1-77E421AA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EBC7CD-9F38-0FE4-AE2F-F80A1570362E}"/>
              </a:ext>
            </a:extLst>
          </p:cNvPr>
          <p:cNvSpPr txBox="1"/>
          <p:nvPr/>
        </p:nvSpPr>
        <p:spPr>
          <a:xfrm>
            <a:off x="221673" y="143282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7. Diseño</a:t>
            </a:r>
          </a:p>
        </p:txBody>
      </p:sp>
    </p:spTree>
    <p:extLst>
      <p:ext uri="{BB962C8B-B14F-4D97-AF65-F5344CB8AC3E}">
        <p14:creationId xmlns:p14="http://schemas.microsoft.com/office/powerpoint/2010/main" val="3574905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ECC4-DB62-F773-C88C-A0A22005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DA6BD89-D65B-7C43-5490-949EF00EE8BD}"/>
              </a:ext>
            </a:extLst>
          </p:cNvPr>
          <p:cNvSpPr txBox="1"/>
          <p:nvPr/>
        </p:nvSpPr>
        <p:spPr>
          <a:xfrm>
            <a:off x="207819" y="136355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8. Despliegue</a:t>
            </a:r>
          </a:p>
        </p:txBody>
      </p:sp>
    </p:spTree>
    <p:extLst>
      <p:ext uri="{BB962C8B-B14F-4D97-AF65-F5344CB8AC3E}">
        <p14:creationId xmlns:p14="http://schemas.microsoft.com/office/powerpoint/2010/main" val="4112900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D95A-23C9-17F2-9CDB-7668F1229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0929F68-80A3-F96D-A1C9-075A74694C69}"/>
              </a:ext>
            </a:extLst>
          </p:cNvPr>
          <p:cNvSpPr txBox="1"/>
          <p:nvPr/>
        </p:nvSpPr>
        <p:spPr>
          <a:xfrm>
            <a:off x="318655" y="150209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9. Conclusiones</a:t>
            </a:r>
          </a:p>
        </p:txBody>
      </p:sp>
    </p:spTree>
    <p:extLst>
      <p:ext uri="{BB962C8B-B14F-4D97-AF65-F5344CB8AC3E}">
        <p14:creationId xmlns:p14="http://schemas.microsoft.com/office/powerpoint/2010/main" val="1319111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49F27-020A-BD8F-9A21-3BBC022B3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3417FB-2403-958D-AA67-52F5B14448F9}"/>
              </a:ext>
            </a:extLst>
          </p:cNvPr>
          <p:cNvSpPr txBox="1"/>
          <p:nvPr/>
        </p:nvSpPr>
        <p:spPr>
          <a:xfrm>
            <a:off x="325582" y="143282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10. Vías futuras</a:t>
            </a:r>
          </a:p>
        </p:txBody>
      </p:sp>
    </p:spTree>
    <p:extLst>
      <p:ext uri="{BB962C8B-B14F-4D97-AF65-F5344CB8AC3E}">
        <p14:creationId xmlns:p14="http://schemas.microsoft.com/office/powerpoint/2010/main" val="4090381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2D7F9-8DFA-2186-2913-5E041634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87676D8-AAC3-3A70-94C0-D0E7C618D030}"/>
              </a:ext>
            </a:extLst>
          </p:cNvPr>
          <p:cNvSpPr txBox="1"/>
          <p:nvPr/>
        </p:nvSpPr>
        <p:spPr>
          <a:xfrm>
            <a:off x="325582" y="143282"/>
            <a:ext cx="63315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3400" b="1">
                <a:latin typeface="+mn-lt"/>
                <a:cs typeface="Poppins Black" panose="020B0502040204020203" pitchFamily="2" charset="0"/>
              </a:defRPr>
            </a:lvl1pPr>
          </a:lstStyle>
          <a:p>
            <a:r>
              <a:rPr lang="es-ES" dirty="0"/>
              <a:t>11. Demostración</a:t>
            </a:r>
          </a:p>
        </p:txBody>
      </p:sp>
    </p:spTree>
    <p:extLst>
      <p:ext uri="{BB962C8B-B14F-4D97-AF65-F5344CB8AC3E}">
        <p14:creationId xmlns:p14="http://schemas.microsoft.com/office/powerpoint/2010/main" val="4197066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97882"/>
      </p:ext>
    </p:extLst>
  </p:cSld>
  <p:clrMapOvr>
    <a:masterClrMapping/>
  </p:clrMapOvr>
</p:sld>
</file>

<file path=ppt/theme/theme1.xml><?xml version="1.0" encoding="utf-8"?>
<a:theme xmlns:a="http://schemas.openxmlformats.org/drawingml/2006/main" name="Aquatic and Physical Therapy Center by Slidesgo">
  <a:themeElements>
    <a:clrScheme name="Simple Light">
      <a:dk1>
        <a:srgbClr val="202020"/>
      </a:dk1>
      <a:lt1>
        <a:srgbClr val="FFFFFF"/>
      </a:lt1>
      <a:dk2>
        <a:srgbClr val="48B9CE"/>
      </a:dk2>
      <a:lt2>
        <a:srgbClr val="149BAB"/>
      </a:lt2>
      <a:accent1>
        <a:srgbClr val="CAE1E4"/>
      </a:accent1>
      <a:accent2>
        <a:srgbClr val="8FD5E2"/>
      </a:accent2>
      <a:accent3>
        <a:srgbClr val="F1F1F1"/>
      </a:accent3>
      <a:accent4>
        <a:srgbClr val="66A5BB"/>
      </a:accent4>
      <a:accent5>
        <a:srgbClr val="EFEFEF"/>
      </a:accent5>
      <a:accent6>
        <a:srgbClr val="1A4568"/>
      </a:accent6>
      <a:hlink>
        <a:srgbClr val="285E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119</Words>
  <Application>Microsoft Office PowerPoint</Application>
  <PresentationFormat>Presentación en pantalla (16:9)</PresentationFormat>
  <Paragraphs>21</Paragraphs>
  <Slides>14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Avenir</vt:lpstr>
      <vt:lpstr>Open Sans SemiBold</vt:lpstr>
      <vt:lpstr>Josefin Sans</vt:lpstr>
      <vt:lpstr>Open Sans</vt:lpstr>
      <vt:lpstr>Arial</vt:lpstr>
      <vt:lpstr>Poppins</vt:lpstr>
      <vt:lpstr>Aquatic and Physical Therapy Center by Slidesgo</vt:lpstr>
      <vt:lpstr>Escribe el título de tu proyecto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Eva Gavidia Cantavella</dc:creator>
  <cp:lastModifiedBy>Emilio  Saurina Llabres</cp:lastModifiedBy>
  <cp:revision>8</cp:revision>
  <dcterms:modified xsi:type="dcterms:W3CDTF">2026-02-19T14:35:28Z</dcterms:modified>
</cp:coreProperties>
</file>